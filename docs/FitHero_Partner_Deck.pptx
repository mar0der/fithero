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6858000" y="-457200"/>
            <a:ext cx="3200400" cy="1645920"/>
          </a:xfrm>
          <a:prstGeom prst="rect">
            <a:avLst/>
          </a:prstGeom>
          <a:solidFill>
            <a:srgbClr val="C6FF3D">
              <a:alpha val="9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7498080" y="-274320"/>
            <a:ext cx="2560320" cy="1097280"/>
          </a:xfrm>
          <a:prstGeom prst="rect">
            <a:avLst/>
          </a:prstGeom>
          <a:solidFill>
            <a:srgbClr val="C6FF3D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FitHero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personal trainers.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Briefing  |  Confidential  |  April 2026</a:t>
            </a:r>
            <a:endParaRPr lang="en-US" sz="1300" dirty="0"/>
          </a:p>
        </p:txBody>
      </p:sp>
      <p:pic>
        <p:nvPicPr>
          <p:cNvPr id="7" name="Image 0" descr="/Users/petarpetkov/Developer/FitHero/screenshots/framed/01_home.png">    </p:cNvPr>
          <p:cNvPicPr>
            <a:picLocks noChangeAspect="1"/>
          </p:cNvPicPr>
          <p:nvPr/>
        </p:nvPicPr>
        <p:blipFill>
          <a:blip r:embed="rId1"/>
          <a:srcRect l="-10714" r="-10714" t="0" b="0"/>
          <a:stretch/>
        </p:blipFill>
        <p:spPr>
          <a:xfrm>
            <a:off x="6217920" y="914400"/>
            <a:ext cx="2286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trainers cobble together 5–7 tools to run their business.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01368"/>
            <a:ext cx="164592" cy="164592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 scattered across WhatsApp, SMS, email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164592" cy="164592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built in Google Sheets or scribbled on paper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081528"/>
            <a:ext cx="164592" cy="164592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via Calendly, DMs, or verbal agreements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164592" cy="164592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chased via Revolut links, Venmo, or cash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361688"/>
            <a:ext cx="164592" cy="164592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tracked in Notion, Notes, or not at all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2286000" cy="18288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6+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58368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hours/week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admin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3703320"/>
            <a:ext cx="2286000" cy="109728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58368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used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beautiful app that replaces everything.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19456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a trainer or client needs is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taps away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Programs, payments, scheduling, messaging, and progress — all in one place. No switching apps.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657600" cy="219456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737360"/>
            <a:ext cx="3657600" cy="5486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Quality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consumer app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clunky SMB tool.</a:t>
            </a:r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are proud to show it to clients. Clients love using it more than their other fitness apps.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algn="ctr" indent="0" marL="0">
              <a:buNone/>
            </a:pPr>
            <a:r>
              <a:rPr lang="en-US" sz="1400" i="1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default OS for the independent trainer — the way Square became the default for the independent merchant.</a:t>
            </a:r>
            <a:pPr algn="ctr" indent="0" marL="0">
              <a:buNone/>
            </a:pPr>
            <a:r>
              <a:rPr lang="en-US" sz="2800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FitHero is Not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means saying no. Here's what we deliberately leave out of MVP.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features (form check, program generation, chatbot)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130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 classes or bootcamps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69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nutrition / meal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08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video calls (use Zoom/Meet links)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447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marketplace or "find a trainer" directory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feed, leaderboards, or public profiles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wearable integrations (Apple Health, Garmin)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468880" cy="32004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Why?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are deferred to Phase 2 as paid add-ons.
The MVP core must be:
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32004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3611880"/>
            <a:ext cx="128016" cy="128016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538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simple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4023360"/>
            <a:ext cx="128016" cy="128016"/>
          </a:xfrm>
          <a:prstGeom prst="ellipse">
            <a:avLst/>
          </a:prstGeom>
          <a:solidFill>
            <a:srgbClr val="F5B83D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Client Experience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clients see every day — clean, focused, two taps to start training.</a:t>
            </a:r>
            <a:endParaRPr lang="en-US" sz="1400" dirty="0"/>
          </a:p>
        </p:txBody>
      </p:sp>
      <p:pic>
        <p:nvPicPr>
          <p:cNvPr id="4" name="Image 0" descr="/Users/petarpetkov/Developer/FitHero/screenshots/framed/01_home.png">    </p:cNvPr>
          <p:cNvPicPr>
            <a:picLocks noChangeAspect="1"/>
          </p:cNvPicPr>
          <p:nvPr/>
        </p:nvPicPr>
        <p:blipFill>
          <a:blip r:embed="rId1"/>
          <a:srcRect l="-17949" r="-17949" t="0" b="0"/>
          <a:stretch/>
        </p:blipFill>
        <p:spPr>
          <a:xfrm>
            <a:off x="1097280" y="1371600"/>
            <a:ext cx="23774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workout, schedule,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— all at a glance</a:t>
            </a:r>
            <a:endParaRPr lang="en-US" sz="1100" dirty="0"/>
          </a:p>
        </p:txBody>
      </p:sp>
      <p:pic>
        <p:nvPicPr>
          <p:cNvPr id="7" name="Image 1" descr="/Users/petarpetkov/Developer/FitHero/screenshots/framed/02_workout.png">    </p:cNvPr>
          <p:cNvPicPr>
            <a:picLocks noChangeAspect="1"/>
          </p:cNvPicPr>
          <p:nvPr/>
        </p:nvPicPr>
        <p:blipFill>
          <a:blip r:embed="rId2"/>
          <a:srcRect l="-17949" r="-17949" t="0" b="0"/>
          <a:stretch/>
        </p:blipFill>
        <p:spPr>
          <a:xfrm>
            <a:off x="3840480" y="1371600"/>
            <a:ext cx="237744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Workout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38328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sets, rest timer,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notes in real time</a:t>
            </a:r>
            <a:endParaRPr lang="en-US" sz="1100" dirty="0"/>
          </a:p>
        </p:txBody>
      </p:sp>
      <p:pic>
        <p:nvPicPr>
          <p:cNvPr id="10" name="Image 2" descr="/Users/petarpetkov/Developer/FitHero/screenshots/framed/03_progress.png">    </p:cNvPr>
          <p:cNvPicPr>
            <a:picLocks noChangeAspect="1"/>
          </p:cNvPicPr>
          <p:nvPr/>
        </p:nvPicPr>
        <p:blipFill>
          <a:blip r:embed="rId3"/>
          <a:srcRect l="-17949" r="-17949" t="0" b="0"/>
          <a:stretch/>
        </p:blipFill>
        <p:spPr>
          <a:xfrm>
            <a:off x="6583680" y="1371600"/>
            <a:ext cx="237744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12648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trends, PRs,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measurements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&amp; Communication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book sessions and message their trainer — no WhatsApp needed.</a:t>
            </a:r>
            <a:endParaRPr lang="en-US" sz="1400" dirty="0"/>
          </a:p>
        </p:txBody>
      </p:sp>
      <p:pic>
        <p:nvPicPr>
          <p:cNvPr id="4" name="Image 0" descr="/Users/petarpetkov/Developer/FitHero/screenshots/framed/04_schedule.png">    </p:cNvPr>
          <p:cNvPicPr>
            <a:picLocks noChangeAspect="1"/>
          </p:cNvPicPr>
          <p:nvPr/>
        </p:nvPicPr>
        <p:blipFill>
          <a:blip r:embed="rId1"/>
          <a:srcRect l="-17949" r="-17949" t="0" b="0"/>
          <a:stretch/>
        </p:blipFill>
        <p:spPr>
          <a:xfrm>
            <a:off x="1645920" y="1371600"/>
            <a:ext cx="23774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sessions, reschedule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calendar integration</a:t>
            </a:r>
            <a:endParaRPr lang="en-US" sz="1100" dirty="0"/>
          </a:p>
        </p:txBody>
      </p:sp>
      <p:pic>
        <p:nvPicPr>
          <p:cNvPr id="7" name="Image 1" descr="/Users/petarpetkov/Developer/FitHero/screenshots/framed/05_messages.png">    </p:cNvPr>
          <p:cNvPicPr>
            <a:picLocks noChangeAspect="1"/>
          </p:cNvPicPr>
          <p:nvPr/>
        </p:nvPicPr>
        <p:blipFill>
          <a:blip r:embed="rId2"/>
          <a:srcRect l="-17949" r="-17949" t="0" b="0"/>
          <a:stretch/>
        </p:blipFill>
        <p:spPr>
          <a:xfrm>
            <a:off x="5303520" y="1371600"/>
            <a:ext cx="237744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46320" y="4846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chat with trainer,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notifications, images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Trainer Side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get a web dashboard + mobile app to run their entire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2514600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clients, track goals, intake forms, notes. See everything about each client in one profile.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600200"/>
            <a:ext cx="251460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Builder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workout builder with 300+ exercises. Create once, assign to many. Templates save hours.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25146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37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 with 1:1 sessions. In-person, video, or check-in. Clients get notifications + calendar invites.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2514600" cy="45720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invoices, set up recurring subscriptions. Clients pay with saved card or Apple Pay. Auto-charge.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2004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200400"/>
            <a:ext cx="2514600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1:1 chat. Push + email notifications. No more scattered WhatsApp threads.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2514600" cy="137160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200400"/>
            <a:ext cx="251460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sessions, revenue, pending payments, unread messages — all at a glance when you open the app.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pays. The client never pays FitHero directly.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74520" cy="237744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1874520" cy="45720"/>
          </a:xfrm>
          <a:prstGeom prst="rect">
            <a:avLst/>
          </a:prstGeom>
          <a:solidFill>
            <a:srgbClr val="5E66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66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funnel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1874520" cy="237744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554480"/>
            <a:ext cx="1874520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$19/mo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 per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874520" cy="237744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554480"/>
            <a:ext cx="187452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1417320"/>
            <a:ext cx="1143000" cy="256032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$39/mo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 per client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554480"/>
            <a:ext cx="1874520" cy="237744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1554480"/>
            <a:ext cx="1874520" cy="45720"/>
          </a:xfrm>
          <a:prstGeom prst="rect">
            <a:avLst/>
          </a:prstGeom>
          <a:solidFill>
            <a:srgbClr val="F5B83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$79/mo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037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9718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$0.79 per client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Revenue Streams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platform fee on client-to-trainer payments (via Stripe Connect)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" y="4919472"/>
            <a:ext cx="109728" cy="109728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828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AI add-ons, branded apps, nutrition, wearables, marketplace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0" y="4160520"/>
            <a:ext cx="3566160" cy="914400"/>
          </a:xfrm>
          <a:prstGeom prst="rect">
            <a:avLst/>
          </a:prstGeom>
          <a:solidFill>
            <a:srgbClr val="14181D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4206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"Active client"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logged in or had a workout assigned in the last 30 days. Inactive clients are free. This removes friction for trainers.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focused product one trainer can use to fully manage 10–30 clients.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29184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Trainer (Web + Mobile)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 + Stripe Connect onboarding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invite &amp;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program builder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exercise library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scheduling (1:1 sessions)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messaging with push notifications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+ subscription billing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329184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365760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(Mobile)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invite + intake 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workout with "Start" CTA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workout logging (sets, reps, weight)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timer + coach notes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charts + personal records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schedule + reschedule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messaging with trainer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management + receipts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What Comes Next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product-market fit. Each feature is a revenue lever, not a freebie.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1618488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periodized programs from goals + history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527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$10–20/mo add-on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28016" cy="12801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947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Form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video, get rep-by-rep feedback on technique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$10–20/mo add-on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496312"/>
            <a:ext cx="128016" cy="128016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386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Module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3865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logging, macro targets, food photos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404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935224"/>
            <a:ext cx="128016" cy="128016"/>
          </a:xfrm>
          <a:prstGeom prst="ellipse">
            <a:avLst/>
          </a:prstGeom>
          <a:solidFill>
            <a:srgbClr val="5B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825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Sync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825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Health, Garmin, Whoop — auto-import activity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28437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3374136"/>
            <a:ext cx="128016" cy="128016"/>
          </a:xfrm>
          <a:prstGeom prst="ellipse">
            <a:avLst/>
          </a:prstGeom>
          <a:solidFill>
            <a:srgbClr val="F5B83D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264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Trainer's logo, colors, and custom app icon for clients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282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$25/mo add-on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381304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Programs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for a cohort — bootcamps, challenges, classes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721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plan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251960"/>
            <a:ext cx="128016" cy="128016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4142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Marketplace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142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sell programs to other trainers. FitHero takes 15%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4160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8680" y="469087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581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Signing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0" y="4581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PAR-Q forms, liability waivers — built-in, no DocuSign needed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4599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Pro+ plan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tools, but none that trainers actually love using.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Advantage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B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UI, complex, expensive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TrueCoach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B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coaches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payments, feels like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B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AI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Cluttered, AI-first not coach-first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Distinction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B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 learning curve, ugly client 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BA4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flexible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messy status quo we replace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977640"/>
            <a:ext cx="54864" cy="82296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776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wedge: </a:t>
            </a:r>
            <a:pPr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prettiest, simplest product in the category — with native payment handling — priced for solo trainers.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Need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product and engineering. You have the domain expertise.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45720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and design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engineering team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+ go-to-market strategy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+ working prototype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infrastructure (Stripe Connect)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ship MVP in 8–12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292608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3657600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Bring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training experience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what trainers actually need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client expectations and pain points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features and pricing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with your own client 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to the trainer community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your honest input on these before we finalize the MVP.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490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feature set right?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missing something critical that solo trainers can't live without? Is anything here unnecessary?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066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pricing fair?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13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pay $19–39/mo for this? Would your peers? What's the price sensitivity in this market?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426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vs. ad-hoc workouts?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8895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most trainers plan multi-week programs, or do they decide workouts day-by-day? How should the builder work?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36976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18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what's reality?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4655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currently collect payments? Would built-in billing change your workflow for the better?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13048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adoption — what's the barrier?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41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your clients actually download and use an app? What would make them resist?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320040" cy="320040"/>
          </a:xfrm>
          <a:prstGeom prst="rect">
            <a:avLst/>
          </a:prstGeom>
          <a:solidFill>
            <a:srgbClr val="C6FF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370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switch?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617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using something today, what would FitHero need to do to make you move?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-457200" y="3657600"/>
            <a:ext cx="3657600" cy="2286000"/>
          </a:xfrm>
          <a:prstGeom prst="rect">
            <a:avLst/>
          </a:prstGeom>
          <a:solidFill>
            <a:srgbClr val="C6FF3D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6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This Together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FitHero is early-stage and intentionally so.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expertise shapes what we build.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3657600" cy="1097280"/>
          </a:xfrm>
          <a:prstGeom prst="rect">
            <a:avLst/>
          </a:prstGeom>
          <a:solidFill>
            <a:srgbClr val="14181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F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Peter — Founder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when you're ready.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FitHero  |  Confidential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FitHero — Partner Briefing</dc:title>
  <dc:subject>PptxGenJS Presentation</dc:subject>
  <dc:creator>Peter — FitHero</dc:creator>
  <cp:lastModifiedBy>Peter — FitHero</cp:lastModifiedBy>
  <cp:revision>1</cp:revision>
  <dcterms:created xsi:type="dcterms:W3CDTF">2026-04-12T11:22:55Z</dcterms:created>
  <dcterms:modified xsi:type="dcterms:W3CDTF">2026-04-12T11:22:55Z</dcterms:modified>
</cp:coreProperties>
</file>